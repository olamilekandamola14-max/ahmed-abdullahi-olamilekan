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Analysis Framework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Customer Journey — Week 6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  ·  Data Analyst/Scientist Intern  ·  Team Beta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Journey Before Users Exist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has no real user data yet — the platform is pre-launch. This week builds the analytical framework product teams need in place before data starts flowing: map the journey, define the metrics, simulate believable data, and practice spotting bottlenecks.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8346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8346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43200" y="28346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8346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28346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(KYC)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8346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0" y="28346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8346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0" y="283464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B553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0" y="2834640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80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stages, as defined in the Week 6 brief — each with its own intention, actions, and success factors.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 learns SIDONPAY exists and could solve a real problem.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 ad/referral, read enough to decide it's worth trying, download the app.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Factors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specific messaging beats generic fintech marketing. Trust signals matter most here — zero commitment yet.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9F5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click-through rate, installs, cost per install, install-to-open rate.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quickly, without feeling over-committed too soon.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phone/email, set password/PIN, confirm OTP, accept terms.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Factors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field costs conversions. OTP delivery reliability is a common silent failure point.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9F5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start &amp; completion rate, avg. time to complete, OTP success rate.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(KYC)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real functionality — expects the “verify in minutes” promise to hold.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ID, selfie/liveness check, BVN/NIN or address proof by tier.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Factors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fintech's most fragile step. Document quality, lighting, and manual review queues all add delay.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9F5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start/completion rate, time to completion (median &amp; p90), rejection rate.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Transaction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product's actual value — send money, pay a bill, fund the account.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wallet, choose transaction type, confirm and complete.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Factors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often opens between 'verified' and 'activated' if there's no immediate use case ready.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E9F5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Verified-to-transacting rate, time to first transaction, transaction type/value mix.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Usage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663440"/>
          </a:xfrm>
          <a:prstGeom prst="roundRect">
            <a:avLst>
              <a:gd name="adj" fmla="val 2353"/>
            </a:avLst>
          </a:prstGeom>
          <a:solidFill>
            <a:srgbClr val="F4FA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 — a second transaction is the real signal the product stuck.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within 30 days, initiate a second transaction.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Factors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206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SIDONPAY's largest risk: real Week 4 data showed 99.85% of accounts had only ONE transaction ever.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600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10312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F7E9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86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repeat rate, time between 1st &amp; 2nd transaction, churn after first transaction.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0" y="374904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B553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931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HIGHEST-RISK STAGE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2976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 data from Week 4 of this internship showed only 0.15% of accounts had more than one transaction in a month. This simulation's 35% repeat-usage target is already optimistic — retention must be actively designed for, not assumed.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 Users Through the Funnel</a:t>
            </a:r>
            <a:endParaRPr lang="en-US" sz="2800" dirty="0"/>
          </a:p>
        </p:txBody>
      </p:sp>
      <p:pic>
        <p:nvPicPr>
          <p:cNvPr id="4" name="Image 0" descr="outputs/funnel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57784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by Stage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92240" y="187452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4FA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1947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 conversion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96012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68.0%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23134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92240" y="265176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4FA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7512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Verified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 conversion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960120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40.5%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3090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92240" y="342900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4FA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75120" y="3502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Transaction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 conversion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960120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30.0%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0" y="3867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492240" y="42062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7E9E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675120" y="42793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Usage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4553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 conversion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960120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65.0%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601200" y="4645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074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Awareness → Repeat Usage: 4.67% (4,665 of 100,000)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Biggest Leaks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0F4A50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Awareness → Sign-Up (68% drop)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0604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top-of-funnel marketing/UX problem. 32% conversion is plausible for a new fintech app — room to improve through clearer pre-download messaging, but not an alarm.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0F4A50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4343400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Transaction → Repeat Usage (65% drop)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75488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urgent one. This simulation's 35% repeat rate is already optimistic — real Week 4 data showed just 0.15% of accounts transacted more than once. If reality tracks closer to that, retention becomes SIDONPAY's single biggest risk.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Analytics Can Close the Gaps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→ Sign-Up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onboarding copy; track install-to-open rate by channel to find which sources bring engaged users, not just installs.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55448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7373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→ KYC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1488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step-level drop-off within KYC itself (upload vs. selfie vs. review wait) so Design knows exactly what to fix first.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977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→ First Transaction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891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time-to-first-transaction as a core activation KPI; trigger a funding nudge for verified users inactive after 48 hours.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379476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F4FA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39776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Txn → Repeat Usage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3891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30-day repeat rate the platform's north-star metric from day one. Learn which first actions predict repeat usage.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SIDONPAY · Team Beta · Week 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framework isn't about predicting exact numbers — it's about knowing what to measure the moment real users arrive.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·  Data Analyst/Scientist Intern  ·  Team Beta  ·  Submission: Mon 5 Oct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2026-09-30T11:26:08Z</dcterms:created>
  <dcterms:modified xsi:type="dcterms:W3CDTF">2026-09-30T11:26:08Z</dcterms:modified>
</cp:coreProperties>
</file>