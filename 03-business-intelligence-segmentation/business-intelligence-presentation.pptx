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Turning Transaction Data into Business Decisions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  ·  Data Analyst/Scientist Intern  ·  Team Beta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Health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6.36M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571,961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83.1%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from 35% of Customers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0.129%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788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SIDONPAY's transaction value is highly concentrated. Protecting and growing the High-Value Power Users segment matters more than any other single lever.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Customers Use the Platform</a:t>
            </a:r>
            <a:endParaRPr lang="en-US" sz="2800" dirty="0"/>
          </a:p>
        </p:txBody>
      </p:sp>
      <p:pic>
        <p:nvPicPr>
          <p:cNvPr id="4" name="Image 0" descr="outputs/chart_type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120640" cy="3108960"/>
          </a:xfrm>
          <a:prstGeom prst="rect">
            <a:avLst/>
          </a:prstGeom>
        </p:spPr>
      </p:pic>
      <p:pic>
        <p:nvPicPr>
          <p:cNvPr id="5" name="Image 1" descr="outputs/chart_hour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54480"/>
            <a:ext cx="5760720" cy="31089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846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 and PAYMENT dominate volume. Activity peaks sharply at 18:00 — 522x the quietest hour — meaning infrastructure must be sized for the evening peak, not the daily average.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4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Counts as a “Customer”?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F4A5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286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 of sending-account IDs (nameOrig) appear only once across 6.36M transactions — not a durable customer identity.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F4A5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7490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accounts (nameDest) show real repeat behavior — 571,961 unique customers, some receiving 100+ transactions.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F4A5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5166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 only valid when it's built on accounts that actually recur — so this analysis segments recipients, not senders.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Segments, Very Different Value</a:t>
            </a:r>
            <a:endParaRPr lang="en-US" sz="2800" dirty="0"/>
          </a:p>
        </p:txBody>
      </p:sp>
      <p:pic>
        <p:nvPicPr>
          <p:cNvPr id="4" name="Image 0" descr="outputs/chart_segment_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980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Mainstream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984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 of customers · 14.3% of value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0" y="2496312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25694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Power Users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 of customers · 83.1% of value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0" y="3392424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4655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High-Risk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 of customers · 2.63% fraud rate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0" y="4288536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0" y="4361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 Occasional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6725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 of customers · 0.1% of value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4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SEGMENT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Power Users: Protect This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 of customers — highest transaction frequency (~15/month), highest average balance, heavy CASH_OUT usage.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drive 83.1% of all transaction value — and carry the LOWEST fraud rate of any segment (0.11%).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83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loyalty/premium tiers and dedicated support for this group — protecting their experience matters more than any other single product decision.</a:t>
            </a:r>
            <a:endParaRPr lang="en-US" sz="1300" dirty="0"/>
          </a:p>
        </p:txBody>
      </p:sp>
      <p:pic>
        <p:nvPicPr>
          <p:cNvPr id="11" name="Image 0" descr="outputs/chart_segment_fra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37360"/>
            <a:ext cx="5577840" cy="33832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943600" y="52120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risk and value move in OPPOSITE directions across segments — the highest-value customers are also the safest.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4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Should Do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F4A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business health by Power User retention, not just total user count — that's where 83% of value lives.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7373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F4A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28600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premium tier for Power Users; keep onboarding frictionless for the Everyday Mainstream majority.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F4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60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262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Low-Value Occasional users; target evening peak hours (17:00–19:00) for promotions.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3977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F4A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4160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5262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enhanced KYC on the One-Time High-Risk profile: first-time recipient + near-zero balance + large TRANSFER.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and risk are concentrated, not evenly spread — SIDONPAY's strategy should treat its customer base as four distinct groups, not one.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·  Data Analyst/Scientist Intern  ·  Team Beta  ·  Submission: Mon 27 Sept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2026-09-17T21:32:02Z</dcterms:created>
  <dcterms:modified xsi:type="dcterms:W3CDTF">2026-09-17T21:32:02Z</dcterms:modified>
</cp:coreProperties>
</file>